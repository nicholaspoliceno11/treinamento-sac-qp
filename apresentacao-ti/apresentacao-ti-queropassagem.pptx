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Portal de Treinamento</a:t>
            </a:r>
            <a:br/>
            <a:r>
              <a:t>Quero Passagem</a:t>
            </a:r>
          </a:p>
          <a:p>
            <a:pPr>
              <a:spcBef>
                <a:spcPts val="1200"/>
              </a:spcBef>
              <a:defRPr sz="1800">
                <a:solidFill>
                  <a:srgbClr val="F5CF45"/>
                </a:solidFill>
              </a:defRPr>
            </a:pPr>
            <a:r>
              <a:t>Apresentação para TI — 18/07/2026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0"/>
            <a:ext cx="2011680" cy="73152"/>
          </a:xfrm>
          <a:prstGeom prst="rect">
            <a:avLst/>
          </a:prstGeom>
          <a:solidFill>
            <a:srgbClr val="F5C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51"/>
                </a:solidFill>
              </a:defRPr>
            </a:pPr>
            <a: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Portal de treinamento do SAC com login por perfil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Conteúdo em Markdown + informativos + quiz + chatbot Mila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Hospedagem: Firebase Hosting (treinamento-qp.web.app)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Backend: Google Apps Script + Google Sheets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Protótipo validado — pedido: migrar para domínio corporativo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051"/>
                </a:solidFill>
              </a:defRPr>
            </a:pPr>
            <a:r>
              <a:t>Tela de login</a:t>
            </a:r>
          </a:p>
        </p:txBody>
      </p:sp>
      <p:pic>
        <p:nvPicPr>
          <p:cNvPr id="3" name="Picture 2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50553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Login com a agente Mila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051"/>
                </a:solidFill>
              </a:defRPr>
            </a:pPr>
            <a:r>
              <a:t>Página inicial</a:t>
            </a:r>
          </a:p>
        </p:txBody>
      </p:sp>
      <p:pic>
        <p:nvPicPr>
          <p:cNvPr id="3" name="Picture 2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50553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Hero, progresso e informativos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051"/>
                </a:solidFill>
              </a:defRPr>
            </a:pPr>
            <a:r>
              <a:t>Menu lateral</a:t>
            </a:r>
          </a:p>
        </p:txBody>
      </p:sp>
      <p:pic>
        <p:nvPicPr>
          <p:cNvPr id="3" name="Picture 2" descr="03-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2359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Navegação por tópicos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051"/>
                </a:solidFill>
              </a:defRPr>
            </a:pPr>
            <a:r>
              <a:t>Treinamento</a:t>
            </a:r>
          </a:p>
        </p:txBody>
      </p:sp>
      <p:pic>
        <p:nvPicPr>
          <p:cNvPr id="3" name="Picture 2" descr="04-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63191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Exemplo: módulo Atendimento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051"/>
                </a:solidFill>
              </a:defRPr>
            </a:pPr>
            <a:r>
              <a:t>Central de Dúvidas</a:t>
            </a:r>
          </a:p>
        </p:txBody>
      </p:sp>
      <p:pic>
        <p:nvPicPr>
          <p:cNvPr id="3" name="Picture 2" descr="05-duv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63191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55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Fórum interno de dúvidas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51"/>
                </a:solidFill>
              </a:defRPr>
            </a:pPr>
            <a: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Front-end: HTML + Docsify + JavaScript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Hospedagem: Firebase Hosting (estático)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API: Google Apps Script (Web App)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Dados: Google Sheets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Arquivos: Google Drive (anexos)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51"/>
                </a:solidFill>
              </a:defRPr>
            </a:pPr>
            <a:r>
              <a:t>Pontos positivos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Custo de infraestrutura praticamente zero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Customizado para o SAC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Segurança: hash, sessão, anti brute-force, troca no 1º acesso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Gestão de usuários pelo portal admin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Deploy automático do site via GitHub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Já em produção e funcionando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51"/>
                </a:solidFill>
              </a:defRPr>
            </a:pPr>
            <a:r>
              <a:t>Custos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Firebase Hosting: R$ 0 (plano gratuito)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Apps Script + Sheets + Drive: R$ 0 extra no Workspace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Domínio customizado: sem custo de hospedagem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Principal custo: tempo de manutenção interna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51"/>
                </a:solidFill>
              </a:defRPr>
            </a:pPr>
            <a:r>
              <a:t>Riscos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Hoje em conta Google pessoal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Sheets como banco — limite de escala/auditoria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Quotas do Apps Script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Sem SSO corporativo ainda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Deploy do backend manual (Apps Script)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051"/>
                </a:solidFill>
              </a:defRPr>
            </a:pPr>
            <a:r>
              <a:t>O que solicitar ao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Conta Google Workspace / conta de serviço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Transferir planilha, Apps Script e Firebase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Domínio: treinamento.empresa.com.br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Backups e acesso mínimo à planilha</a:t>
            </a:r>
          </a:p>
          <a:p>
            <a:pPr>
              <a:spcAft>
                <a:spcPts val="800"/>
              </a:spcAft>
              <a:defRPr sz="1700">
                <a:solidFill>
                  <a:srgbClr val="555555"/>
                </a:solidFill>
              </a:defRPr>
            </a:pPr>
            <a:r>
              <a:t>Avaliação LGPD com política de retenção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Próximo passo</a:t>
            </a:r>
          </a:p>
          <a:p>
            <a:pPr>
              <a:spcBef>
                <a:spcPts val="1200"/>
              </a:spcBef>
              <a:defRPr sz="1800">
                <a:solidFill>
                  <a:srgbClr val="F5CF45"/>
                </a:solidFill>
              </a:defRPr>
            </a:pPr>
            <a:r>
              <a:t>Formalizar no domínio Google da empresa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840480"/>
            <a:ext cx="2011680" cy="73152"/>
          </a:xfrm>
          <a:prstGeom prst="rect">
            <a:avLst/>
          </a:prstGeom>
          <a:solidFill>
            <a:srgbClr val="F5C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